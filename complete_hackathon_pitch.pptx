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Voice Powered Rural Business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Hackathon Startup Idea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Rural producers struggle to sell online.</a:t>
            </a:r>
            <a:br/>
            <a:r>
              <a:t>Lack of digital knowledge and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Villagers Struggling with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Many farmers cannot use complex apps.</a:t>
            </a:r>
          </a:p>
        </p:txBody>
      </p:sp>
      <p:pic>
        <p:nvPicPr>
          <p:cNvPr id="4" name="Picture 3" descr="problem_villag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Middlemen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Farmers earn less because of intermediaries.</a:t>
            </a:r>
          </a:p>
        </p:txBody>
      </p:sp>
      <p:pic>
        <p:nvPicPr>
          <p:cNvPr id="4" name="Picture 3" descr="middleme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394202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AI + Voice platform that helps villagers run online businesses.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Village Brand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Automatically create brand names, logos and packaging.</a:t>
            </a:r>
          </a:p>
        </p:txBody>
      </p:sp>
      <p:pic>
        <p:nvPicPr>
          <p:cNvPr id="4" name="Picture 3" descr="ai_platfor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Based Selling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Farmers speak and the app creates product listings.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Rural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Local youth deliver products to nearby buyers.</a:t>
            </a:r>
          </a:p>
        </p:txBody>
      </p:sp>
      <p:pic>
        <p:nvPicPr>
          <p:cNvPr id="4" name="Picture 3" descr="delive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Village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Farmers show products through live video selling.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Demand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Predict market demand to increase profits.</a:t>
            </a:r>
          </a:p>
        </p:txBody>
      </p:sp>
      <p:pic>
        <p:nvPicPr>
          <p:cNvPr id="4" name="Picture 3" descr="dema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Farmers → AI Platform → Customers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Increase farmer income and rural employment.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Millions of rural entrepreneurs in India.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Wins Hackathons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AI innovation + social impact +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Presentation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Art_mountaineering</vt:lpstr>
      <vt:lpstr>AI + Voice Powered Rural Business Platform</vt:lpstr>
      <vt:lpstr>Problem Statement</vt:lpstr>
      <vt:lpstr>Villagers Struggling with Technology</vt:lpstr>
      <vt:lpstr>Middlemen Problem</vt:lpstr>
      <vt:lpstr>Our Solution</vt:lpstr>
      <vt:lpstr>AI Village Brand Builder</vt:lpstr>
      <vt:lpstr>Voice Based Selling</vt:lpstr>
      <vt:lpstr>Smart Rural Delivery</vt:lpstr>
      <vt:lpstr>Live Village Marketplace</vt:lpstr>
      <vt:lpstr>AI Demand Prediction</vt:lpstr>
      <vt:lpstr>Platform Architecture</vt:lpstr>
      <vt:lpstr>Impact</vt:lpstr>
      <vt:lpstr>Market Opportunity</vt:lpstr>
      <vt:lpstr>Why This Wins Hackathons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Prabhat Gurjar</cp:lastModifiedBy>
  <cp:revision>2</cp:revision>
  <dcterms:created xsi:type="dcterms:W3CDTF">2013-01-27T09:14:00Z</dcterms:created>
  <dcterms:modified xsi:type="dcterms:W3CDTF">2026-03-10T08:20:38Z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6287962F0B7C457CB09F77B6B07435C4_12</vt:lpwstr>
  </property>
  <property fmtid="{D5CDD505-2E9C-101B-9397-08002B2CF9AE}" pid="3" name="KSOProductBuildVer">
    <vt:lpwstr>1033-12.2.0.23196</vt:lpwstr>
  </property>
</Properties>
</file>